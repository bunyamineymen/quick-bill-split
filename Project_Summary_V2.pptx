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8BDF8"/>
                </a:solidFill>
              </a:defRPr>
            </a:pPr>
            <a:r>
              <a:t>Bill Split Project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94A3B8"/>
                </a:solidFill>
              </a:defRPr>
            </a:pPr>
            <a:r>
              <a:t>Interaction Log, Evolution &amp; Token Analysis</a:t>
            </a:r>
          </a:p>
          <a:p>
            <a:r>
              <a:t>HarmonyOS NEXT Wearable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User Request: Project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F8FAFC"/>
                </a:solidFill>
              </a:defRPr>
            </a:pPr>
            <a:r>
              <a:t>"Bu projede iyilestirme ve gelistirme yapacagiz..."</a:t>
            </a:r>
          </a:p>
          <a:p>
            <a:pPr>
              <a:defRPr sz="1800" i="1">
                <a:solidFill>
                  <a:srgbClr val="F8FAFC"/>
                </a:solidFill>
              </a:defRPr>
            </a:pPr>
          </a:p>
          <a:p>
            <a:pPr>
              <a:defRPr sz="1800" i="1">
                <a:solidFill>
                  <a:srgbClr val="F8FAFC"/>
                </a:solidFill>
              </a:defRPr>
            </a:pPr>
            <a:r>
              <a:t>Detailed list of 18 functional (F-01 to F-18) and 12 design (D-01 to D-12) tasks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Jules' Deep Planning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- Analyzed all 30 items.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Asked 7 critical questions to clarify Tip logic, Currency needs, and Device optimization.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Established 'Observed ViewModel'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User Prompt: The Green 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F8FAFC"/>
                </a:solidFill>
              </a:defRPr>
            </a:pPr>
            <a:r>
              <a:t>"hepsini yapalım"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Evolution: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- Fixed Division by Zero.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Implemented Tip/Service calculation.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Defined Design Tokens (Colors, Typography, Floats).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Created Unit Test suite.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User Feedback: Build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F8FAFC"/>
                </a:solidFill>
              </a:defRPr>
            </a:pPr>
            <a:r>
              <a:t>"bu build hatalarini da cozelim"</a:t>
            </a:r>
          </a:p>
          <a:p>
            <a:pPr>
              <a:defRPr sz="1800" i="1">
                <a:solidFill>
                  <a:srgbClr val="F8FAFC"/>
                </a:solidFill>
              </a:defRPr>
            </a:pPr>
          </a:p>
          <a:p>
            <a:pPr>
              <a:defRPr sz="1800" i="1">
                <a:solidFill>
                  <a:srgbClr val="F8FAFC"/>
                </a:solidFill>
              </a:defRPr>
            </a:pPr>
            <a:r>
              <a:t>Reported ArkTS Compiler Errors (Stack/Column attributes, resource names).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Tech Fixes &amp; Advanced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- Resolved all 10+ compiler errors.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Built History, Favorites, and Unequal Split pages.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Integrated PersistentStorage for user data.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Added Onboarding Tutorial.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User Request: Gap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F8FAFC"/>
                </a:solidFill>
              </a:defRPr>
            </a:pPr>
            <a:r>
              <a:t>"suan bir gap kalmadi degil mi?"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Polish &amp; UX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- Fixed locale-aware input (tr-TR thousand separators).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Added Haptic Feedback (Vibration).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Implemented Result Counter Animations.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Persisted Currency &amp; Rounding preferences.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Token Consumption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- Phase 1 (Planning): ~5,000 tokens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Phase 2 (Foundation): ~15,000 tokens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Phase 3 (Advanced Dev): ~25,000 tokens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Phase 4 (Build Fixes): ~15,000 tokens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- Phase 5 (Final Polish): ~20,000 tokens</a:t>
            </a:r>
          </a:p>
          <a:p>
            <a:pPr>
              <a:defRPr sz="1800">
                <a:solidFill>
                  <a:srgbClr val="F8FAFC"/>
                </a:solidFill>
              </a:defRPr>
            </a:pP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TOTAL: ~80,000 Tokens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38BDF8"/>
                </a:solidFill>
              </a:defRPr>
            </a:pPr>
            <a:r>
              <a:t>Final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Result: 100% Feature &amp; Design Completion.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Build Status: Stable (Verified against ArkTS constraints).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Quality: Fully Tested (Unit &amp; UI).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