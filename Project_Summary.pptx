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Quick Split Project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HarmonyOS NEXT Wearable App Development</a:t>
            </a:r>
          </a:p>
          <a:p>
            <a:r>
              <a:t>Token Usage &amp; Step-by-Step Evolution</a:t>
            </a:r>
          </a:p>
          <a:p>
            <a:r>
              <a:t>Final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Task: Enhancing a bill-splitting app for wearable devices.</a:t>
            </a:r>
          </a:p>
          <a:p>
            <a:r>
              <a:t>Goals: Fix bugs, implement 18 features, 12 design tasks, and ensure build stability.</a:t>
            </a:r>
          </a:p>
          <a:p>
            <a:r>
              <a:t>Platform: HarmonyOS NEXT (ArkTS / ArkUI).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1: Deep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Analyzed the 30-item task list.</a:t>
            </a:r>
          </a:p>
          <a:p>
            <a:r>
              <a:t>- Clarified Tip/Service fee separation and history logic.</a:t>
            </a:r>
          </a:p>
          <a:p>
            <a:r>
              <a:t>- Defined architecture: Observed ViewModel + @Provide/@Consume patterns.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2: Foundation &amp; UI Overhaul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Fixed Division by Zero (F-01).</a:t>
            </a:r>
          </a:p>
          <a:p>
            <a:r>
              <a:t>- Added Tip calculation, Rounding (F-03, F-08).</a:t>
            </a:r>
          </a:p>
          <a:p>
            <a:r>
              <a:t>- Implemented Glassmorphism Result Card &amp; Stepper (D-04, F-11).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3: Pages &amp; Persistence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Built HistoryPage, FavoritesPage, CustomSplit (F-04, F-07, F-17).</a:t>
            </a:r>
          </a:p>
          <a:p>
            <a:r>
              <a:t>- Integrated PersistentStorage for data persistence.</a:t>
            </a:r>
          </a:p>
          <a:p>
            <a:r>
              <a:t>- Created 3-step Onboarding Tutorial (F-18).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4: Resolving Build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Fixed Stack (alignContent) and Column (alignItems) attribute errors.</a:t>
            </a:r>
          </a:p>
          <a:p>
            <a:r>
              <a:t>- Converted invalid rgba() colors to #aarrggbb hex format.</a:t>
            </a:r>
          </a:p>
          <a:p>
            <a:r>
              <a:t>- Resolved @State/@Provide decorator conflicts in Index.ets.</a:t>
            </a:r>
          </a:p>
          <a:p>
            <a:r>
              <a:t>- Replaced invalid .contentDescription() with .accessibilityText().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5: Polish &amp;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Added Haptic Feedback via vibrator kit (D-12).</a:t>
            </a:r>
          </a:p>
          <a:p>
            <a:r>
              <a:t>- Implemented Number Counter animations (D-06).</a:t>
            </a:r>
          </a:p>
          <a:p>
            <a:r>
              <a:t>- Fixed locale-aware input parsing for Turkish thousand separators (F-10).</a:t>
            </a:r>
          </a:p>
          <a:p>
            <a:r>
              <a:t>- Integrated unit and UI integration tests (F-14, F-15).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Estimated Token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Phase 1 (Planning): 5,000</a:t>
            </a:r>
          </a:p>
          <a:p>
            <a:r>
              <a:t>- Phase 2 (Core Logic): 15,000</a:t>
            </a:r>
          </a:p>
          <a:p>
            <a:r>
              <a:t>- Phase 3 (Advanced Features): 25,000</a:t>
            </a:r>
          </a:p>
          <a:p>
            <a:r>
              <a:t>- Phase 4 (Build Fixes): 15,000</a:t>
            </a:r>
          </a:p>
          <a:p>
            <a:r>
              <a:t>- Phase 5 (Final Polish): 20,000</a:t>
            </a:r>
          </a:p>
          <a:p>
            <a:r>
              <a:t>Total Estimated Tokens: ~80,000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100% Feature Complete: 18 Functional, 12 Design tasks.</a:t>
            </a:r>
          </a:p>
          <a:p>
            <a:r>
              <a:t>Stability: Build passes, Tests pass.</a:t>
            </a:r>
          </a:p>
          <a:p>
            <a:r>
              <a:t>Ready for deployment on HarmonyOS NEXT wearables.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