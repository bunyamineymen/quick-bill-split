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Quick Split Project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HarmonyOS NEXT Wearable App Development</a:t>
            </a:r>
          </a:p>
          <a:p>
            <a:r>
              <a:t>Token Usage &amp; Step-by-Step 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Enhancing a bill-splitting app for wearable devices.</a:t>
            </a:r>
          </a:p>
          <a:p>
            <a:r>
              <a:t>Goals: Fix bugs, implement 18 features, 12 design tasks, and ensure build stability.</a:t>
            </a:r>
          </a:p>
          <a:p>
            <a:r>
              <a:t>Platform: HarmonyOS NEXT (ArkTS / ArkUI).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Deep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Actions:</a:t>
            </a:r>
          </a:p>
          <a:p>
            <a:r>
              <a:t>- Analyzed the 30-item task list.</a:t>
            </a:r>
          </a:p>
          <a:p>
            <a:r>
              <a:t>- Asked clarifying questions about Tip/Service fee separation, history logic, and currency support.</a:t>
            </a:r>
          </a:p>
          <a:p>
            <a:r>
              <a:t>- Established the core architecture (Observed ViewModel + Provider pattern).</a:t>
            </a:r>
          </a:p>
          <a:p/>
          <a:p>
            <a:r>
              <a:t>Est. Tokens: 5,000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Foundation &amp; Core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Actions:</a:t>
            </a:r>
          </a:p>
          <a:p>
            <a:r>
              <a:t>- Fixed Division by Zero (F-01).</a:t>
            </a:r>
          </a:p>
          <a:p>
            <a:r>
              <a:t>- Implemented tip calculation and rounding logic (F-03, F-08).</a:t>
            </a:r>
          </a:p>
          <a:p>
            <a:r>
              <a:t>- Created local unit tests in Hypium framework (F-14).</a:t>
            </a:r>
          </a:p>
          <a:p/>
          <a:p>
            <a:r>
              <a:t>Est. Tokens: 10,000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Design &amp; UI Overhaul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Actions:</a:t>
            </a:r>
          </a:p>
          <a:p>
            <a:r>
              <a:t>- Updated color.json with hex #aarrggbb (D-01).</a:t>
            </a:r>
          </a:p>
          <a:p>
            <a:r>
              <a:t>- Implemented Glassmorphism Result Card (D-04).</a:t>
            </a:r>
          </a:p>
          <a:p>
            <a:r>
              <a:t>- Added People Stepper and Service Fee presets (F-11, F-05).</a:t>
            </a:r>
          </a:p>
          <a:p/>
          <a:p>
            <a:r>
              <a:t>Est. Tokens: 15,000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Actions:</a:t>
            </a:r>
          </a:p>
          <a:p>
            <a:r>
              <a:t>- Built History and Favorites pages with PersistentStorage (F-04, F-17).</a:t>
            </a:r>
          </a:p>
          <a:p>
            <a:r>
              <a:t>- Developed Unequal Split page with weight-based logic (F-07).</a:t>
            </a:r>
          </a:p>
          <a:p>
            <a:r>
              <a:t>- Created 3-step Onboarding Tutorial (F-18).</a:t>
            </a:r>
          </a:p>
          <a:p/>
          <a:p>
            <a:r>
              <a:t>Est. Tokens: 20,000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Build Error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Actions:</a:t>
            </a:r>
          </a:p>
          <a:p>
            <a:r>
              <a:t>- Fixed ArkTS Compiler errors (Stack properties, Column options).</a:t>
            </a:r>
          </a:p>
          <a:p>
            <a:r>
              <a:t>- Resolved Resource Pack errors (rgba() -&gt; Hex conversion).</a:t>
            </a:r>
          </a:p>
          <a:p>
            <a:r>
              <a:t>- Fixed @State/@Provide decorator conflict in Index.ets.</a:t>
            </a:r>
          </a:p>
          <a:p/>
          <a:p>
            <a:r>
              <a:t>Est. Tokens: 15,000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6: Final Polish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Actions:</a:t>
            </a:r>
          </a:p>
          <a:p>
            <a:r>
              <a:t>- Added Haptic Feedback (vibrator kit) (D-12).</a:t>
            </a:r>
          </a:p>
          <a:p>
            <a:r>
              <a:t>- Implemented number counter animations (D-06).</a:t>
            </a:r>
          </a:p>
          <a:p>
            <a:r>
              <a:t>- Fixed locale-aware input parsing for Turkish (F-10).</a:t>
            </a:r>
          </a:p>
          <a:p/>
          <a:p>
            <a:r>
              <a:t>Est. Tokens: 10,000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Features: 18/18 Functional, 12/12 Design.</a:t>
            </a:r>
          </a:p>
          <a:p>
            <a:r>
              <a:t>Status: Build Stable, Verified, and Tested.</a:t>
            </a:r>
          </a:p>
          <a:p/>
          <a:p>
            <a:r>
              <a:t>Total Estimated Tokens: ~75,000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